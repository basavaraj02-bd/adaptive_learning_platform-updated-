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6400" b="1">
                <a:solidFill>
                  <a:srgbClr val="FBBF24"/>
                </a:solidFill>
                <a:latin typeface="Arial"/>
              </a:defRPr>
            </a:pPr>
            <a:r>
              <a:t>AdaptLearn</a:t>
            </a:r>
          </a:p>
          <a:p>
            <a:pPr>
              <a:spcAft>
                <a:spcPts val="3000"/>
              </a:spcAft>
              <a:defRPr sz="2800">
                <a:solidFill>
                  <a:srgbClr val="A5B4FC"/>
                </a:solidFill>
                <a:latin typeface="Arial"/>
              </a:defRPr>
            </a:pPr>
            <a:r>
              <a:t>An AI-Powered Adaptive Learning &amp; Evaluation Platform</a:t>
            </a:r>
          </a:p>
          <a:p>
            <a:pPr>
              <a:defRPr sz="1400">
                <a:solidFill>
                  <a:srgbClr val="E2E8F0"/>
                </a:solidFill>
                <a:latin typeface="Arial"/>
              </a:defRPr>
            </a:pPr>
            <a:r>
              <a:t>Django Web Development Project Submission</a:t>
            </a:r>
          </a:p>
          <a:p>
            <a:pPr>
              <a:defRPr sz="1400">
                <a:solidFill>
                  <a:srgbClr val="E2E8F0"/>
                </a:solidFill>
                <a:latin typeface="Arial"/>
              </a:defRPr>
            </a:pPr>
            <a:r>
              <a:t>Presented by: Student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Project Overview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Traditional e-learning platforms are static and treat all students equally, regardless of their prior knowledge, learning styles, or speed of assimilation.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AdaptLearn solves this by building a dynamic learning system that tailors recommendations, evaluates student progress, and provides instant, personalized guidance.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Personalization: Dynamic adjustments based on student skill levels (Beginner, Intermediate, Advanced).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AI Integration: Real-time tutoring via AI Mentor Chatbot and automatic grading feedback.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Engagement: Gamification with XP points, progress badges, and ranking leaderboard.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PLATFORM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Key Architecture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Core Features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Adaptive Recommendations: Custom course suggestions dynamically tailored to student's profile skill level.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AI Mentor (AdaptBot): Seamless conversational AI mentor to clarify doubt &amp; code snippets.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AI Exam Evaluation: Automatic grading and contextual AI feedback on exam submissions.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Gamified System: XP points awarded upon material completion, exams passed, and course completions.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System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Backend Framework: Django (MVT architecture) ensuring high performance, security, and SQLite DB integration.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Premium Frontend: Vanilla CSS with custom glassmorphism components, dark-mode elements, and Chart.js dashboards.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Document Generation: Dynamic generation of PDF Progress Reports and verifiable Certificates of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DATA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Database Design &amp; Core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User &amp; Profile Models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UserProfile: Extends base User, handles role (student/instructor/admin), total XP points, and skill level.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Enrollment: Manages course registrations, tracking progress %, completion timestamps, and certificate flags.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StudentProgress: Keeps track of individual module materials completed by students.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Course &amp; Evaluation Models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Course / Module / LearningMaterial: Represents the hierarchy of structured study content.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Exam / Question: Supports multiple-choice or true/false formats with custom marks and difficulties.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ExamResult / StudentAnswer: Stores user answers, computed percentages, pass/fail status, and AI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Student Dashboard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Key Metrics &amp; Navigation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Enrolled Courses count, Completed courses metric (correctly tracking 100% complete courses), and Total XP points.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Quick access to course list, exam listings, notifications, and adaptive recommendations.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Status flags showing 'Completed' with a certificate link for graduated courses, instead of standard continue buttons.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94360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[ Live screenshot of Student Dashboard will be inserted here ]</a:t>
            </a:r>
            <a:br/>
            <a:br/>
            <a:r>
              <a:t>Run 'python capture_screenshots.py' to automatically populate this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Course Material &amp; Detail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Course Navigation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Displays course syllabus, total duration, difficulty badge, and enrolled students count.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Collapse-accordion modules list containing videos, articles, and quizzes.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Gold 'Claim Certificate' action button dynamically appears in the sidebar as soon as the student hits 100% completion.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'Restart Course' button resets progress, clearing progress items and allowing a clean start.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94360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[ Live screenshot of Course Detail &amp; Modules will be inserted here ]</a:t>
            </a:r>
            <a:br/>
            <a:br/>
            <a:r>
              <a:t>Run 'python capture_screenshots.py' to automatically populate this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AI Mentor Chatbot (AdaptBot)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AdaptBot Interface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Integrated Anthropic Claude API to provide conversational, friendly, and helpful tutoring support.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Preserves student's chat history in database, providing contextual study support.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Able to clarify code snippets, break down concepts, and suggest pomodoro study goals.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94360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[ Live screenshot of AdaptBot Chat Interface will be inserted here ]</a:t>
            </a:r>
            <a:br/>
            <a:br/>
            <a:r>
              <a:t>Run 'python capture_screenshots.py' to automatically populate this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Performance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Metrics Visualization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Exam Score Trend: Multi-line Chart.js chart comparing scores against the pass boundary.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Subject Distribution: Doughnut chart visualizing attempts categorised by type (Module, Final, Practice).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Activity Map: 12-week grid heatmap tracking daily learning actions.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Radar Distribution: Visualizes score percentages grouped by difficulty (Easy, Medium, Hard).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94360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[ Live screenshot of Analytics &amp; Chart Dashboard will be inserted here ]</a:t>
            </a:r>
            <a:br/>
            <a:br/>
            <a:r>
              <a:t>Run 'python capture_screenshots.py' to automatically populate this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SYSTEM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Dynamic Completion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Verifiable Certificates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Generated dynamically using HTML/CSS print layers when course completion reaches 100%.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Features the student's highest passing exam score, completion date, and verification certificate ID.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Includes built-in print control stylesheets to trigger clean physical prints or PDF exports directly from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94360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[ Live screenshot of Verifiable Certificate will be inserted here ]</a:t>
            </a:r>
            <a:br/>
            <a:br/>
            <a:r>
              <a:t>Run 'python capture_screenshots.py' to automatically populate this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SYSTEM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Structured PDF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PDF Report Generation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Exports comprehensive student summary in a beautifully formatted PDF document.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Utilizes ReportLab flowables to render structured tables, header brand, and student metadata.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Generates list of registered courses with progress metrics, alongside full historical exam logs with color-coded status badges.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645920"/>
            <a:ext cx="5943600" cy="411480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[ Live screenshot of Exported PDF Report Page will be inserted here ]</a:t>
            </a:r>
            <a:br/>
            <a:br/>
            <a:r>
              <a:t>Run 'python capture_screenshots.py' to automatically populate this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rial"/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5B4FC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Project Accomplishments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Successfully developed an AI-driven e-learning ecosystem utilizing Django.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Solved user progression tracking, exam evaluation, and visual analytics.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Implemented functional gamification with verified XP accumulation.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Multi-media adaptive materials generation (using generative AI on the fly).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Integration with standard LMS APIs (SCORM / LTI compatibility).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Mobile application companion using React Native / Flutter.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